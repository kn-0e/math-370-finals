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246717-329A-C848-9D02-142802954826}" v="1" dt="2026-05-04T18:03:12.4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18"/>
    <p:restoredTop sz="94694"/>
  </p:normalViewPr>
  <p:slideViewPr>
    <p:cSldViewPr snapToGrid="0" snapToObjects="1">
      <p:cViewPr varScale="1">
        <p:scale>
          <a:sx n="107" d="100"/>
          <a:sy n="107" d="100"/>
        </p:scale>
        <p:origin x="1384" y="4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am_sandwich_demo.html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6459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The Borsuk-Ulam Theorem</a:t>
            </a:r>
            <a:br/>
            <a:r>
              <a:t>&amp; The Ham Sandwich Theorem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91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AA520"/>
                </a:solidFill>
              </a:defRPr>
            </a:pPr>
            <a:r>
              <a:t>Math 370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</a:defRPr>
            </a:pPr>
            <a:r>
              <a:t>Ken Lin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5303520"/>
            <a:ext cx="7589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</a:defRPr>
            </a:pPr>
            <a:r>
              <a:t>Poster  •  Manim Animation  •  Interactive 3D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AA520"/>
                </a:solidFill>
              </a:defRPr>
            </a:pPr>
            <a:r>
              <a:t>Research Poster</a:t>
            </a:r>
          </a:p>
        </p:txBody>
      </p:sp>
      <p:pic>
        <p:nvPicPr>
          <p:cNvPr id="3" name="Picture 2" descr="borsuk_ulam_poster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777240"/>
            <a:ext cx="7680960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AA520"/>
                </a:solidFill>
              </a:defRPr>
            </a:pPr>
            <a:r>
              <a:t>Borsuk-Ulam on the Complex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</a:defRPr>
            </a:pPr>
            <a:r>
              <a:t>Manim animation showing antipodal points mapping under a complex polynomial</a:t>
            </a:r>
          </a:p>
        </p:txBody>
      </p:sp>
      <p:pic>
        <p:nvPicPr>
          <p:cNvPr id="4" name="BorsukUlamComplexPlane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95247" y="1280160"/>
            <a:ext cx="9601200" cy="54006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0" y="603504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AA"/>
                </a:solidFill>
              </a:defRPr>
            </a:pPr>
            <a:r>
              <a:t>Click to play video in presentation mode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AA520"/>
                </a:solidFill>
              </a:defRPr>
            </a:pPr>
            <a:r>
              <a:t>Ham Sandwich Theorem — Interactive 3D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AAAAA"/>
                </a:solidFill>
              </a:defRPr>
            </a:pPr>
            <a:r>
              <a:t>Open the file below in any modern browser for the full interactive experience: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CAFF0"/>
                </a:solidFill>
              </a:defRPr>
            </a:pPr>
            <a:r>
              <a:rPr dirty="0">
                <a:hlinkClick r:id="rId2"/>
              </a:rPr>
              <a:t>ham_sandwich_demo.html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AA520"/>
                </a:solidFill>
              </a:defRPr>
            </a:pPr>
            <a:r>
              <a:t>Drag &amp; Drop Objects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t>Click and drag any object to reposition it in 3D space. The bisection plane updates in real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AA520"/>
                </a:solidFill>
              </a:defRPr>
            </a:pPr>
            <a:r>
              <a:t>Volume Split Readouts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t>Color-coded meter bars show exactly how the plane divides each object (negative % / positive 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AA520"/>
                </a:solidFill>
              </a:defRPr>
            </a:pPr>
            <a:r>
              <a:t>Find Bisection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t>Animated search over the sphere of plane directions. Guaranteed to find a simultaneous bisection for ≤ 3 objects (Ham Sandwich Theorem in ℝ³).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46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AA520"/>
                </a:solidFill>
              </a:defRPr>
            </a:pPr>
            <a:r>
              <a:t>Hamburger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6636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t>A fun preset: top bun, patty, bottom bun — find the single cut that halves all three!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15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AA520"/>
                </a:solidFill>
              </a:defRPr>
            </a:pPr>
            <a:r>
              <a:t>Wireframe Toggle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0350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</a:defRPr>
            </a:pPr>
            <a:r>
              <a:rPr dirty="0"/>
              <a:t>See through the geometry to understand how the clipping plane intersects each shape.</a:t>
            </a:r>
          </a:p>
        </p:txBody>
      </p:sp>
      <p:pic>
        <p:nvPicPr>
          <p:cNvPr id="17" name="Picture 16" descr="A screenshot of a computer&#10;&#10;Description automatically generated">
            <a:extLst>
              <a:ext uri="{FF2B5EF4-FFF2-40B4-BE49-F238E27FC236}">
                <a16:creationId xmlns:a16="http://schemas.microsoft.com/office/drawing/2014/main" id="{28DFA991-8D5C-539F-DDDF-326655C1AE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668" y="2011680"/>
            <a:ext cx="4691641" cy="30147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186</Words>
  <Application>Microsoft Macintosh PowerPoint</Application>
  <PresentationFormat>Widescreen</PresentationFormat>
  <Paragraphs>21</Paragraphs>
  <Slides>4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Ken Lin</cp:lastModifiedBy>
  <cp:revision>2</cp:revision>
  <dcterms:created xsi:type="dcterms:W3CDTF">2013-01-27T09:14:16Z</dcterms:created>
  <dcterms:modified xsi:type="dcterms:W3CDTF">2026-05-04T20:16:21Z</dcterms:modified>
  <cp:category/>
</cp:coreProperties>
</file>