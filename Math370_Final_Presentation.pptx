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246717-329A-C848-9D02-142802954826}" v="1" dt="2026-05-04T18:03:12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18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1384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am_sandwich_demo.html" TargetMode="Externa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Borsuk-Ulam Theorem</a:t>
            </a:r>
            <a:br/>
            <a:r>
              <a:t>&amp; The Ham Sandwich Theorem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AA520"/>
                </a:solidFill>
              </a:defRPr>
            </a:pPr>
            <a:r>
              <a:t>Math 370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</a:defRPr>
            </a:pPr>
            <a:r>
              <a:t>Ken 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30352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</a:defRPr>
            </a:pPr>
            <a:r>
              <a:t>Poster  •  Manim Animation  •  Interactive 3D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AA520"/>
                </a:solidFill>
              </a:defRPr>
            </a:pPr>
            <a:r>
              <a:t>Research Poster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367" y="777240"/>
            <a:ext cx="768096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AA520"/>
                </a:solidFill>
              </a:defRPr>
            </a:pPr>
            <a:r>
              <a:t>Borsuk-Ulam on the Complex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Manim animation showing antipodal points mapping under a complex polynomial</a:t>
            </a:r>
          </a:p>
        </p:txBody>
      </p:sp>
      <p:pic>
        <p:nvPicPr>
          <p:cNvPr id="4" name="BorsukUlamComplexPlane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95247" y="1280160"/>
            <a:ext cx="9601200" cy="5400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6035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</a:defRPr>
            </a:pPr>
            <a:r>
              <a:t>Click to play video in presentation mode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AA520"/>
                </a:solidFill>
              </a:defRPr>
            </a:pPr>
            <a:r>
              <a:t>Ham Sandwich Theorem — Interactive 3D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</a:defRPr>
            </a:pPr>
            <a:r>
              <a:t>Open the file below in any modern browser for the full interactive experience: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F0"/>
                </a:solidFill>
              </a:defRPr>
            </a:pPr>
            <a:r>
              <a:rPr dirty="0">
                <a:hlinkClick r:id="rId2"/>
              </a:rPr>
              <a:t>ham_sandwich_demo.html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AA520"/>
                </a:solidFill>
              </a:defRPr>
            </a:pPr>
            <a:r>
              <a:t>Drag &amp; Drop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Click and drag any object to reposition it in 3D space. The bisection plane updates in real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AA520"/>
                </a:solidFill>
              </a:defRPr>
            </a:pPr>
            <a:r>
              <a:t>Volume Split Readouts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Color-coded meter bars show exactly how the plane divides each object (negative % / positive 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AA520"/>
                </a:solidFill>
              </a:defRPr>
            </a:pPr>
            <a:r>
              <a:t>Find Bisection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Animated search over the sphere of plane directions. Guaranteed to find a simultaneous bisection for ≤ 3 objects (Ham Sandwich Theorem in ℝ³).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AA520"/>
                </a:solidFill>
              </a:defRPr>
            </a:pPr>
            <a:r>
              <a:t>Hamburger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A fun preset: top bun, patty, bottom bun — find the single cut that halves all three!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AA520"/>
                </a:solidFill>
              </a:defRPr>
            </a:pPr>
            <a:r>
              <a:t>Wireframe Toggle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rPr dirty="0"/>
              <a:t>See through the geometry to understand how the clipping plane intersects each shape.</a:t>
            </a:r>
          </a:p>
        </p:txBody>
      </p:sp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28DFA991-8D5C-539F-DDDF-326655C1A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668" y="2011680"/>
            <a:ext cx="4691641" cy="30147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186</Words>
  <Application>Microsoft Macintosh PowerPoint</Application>
  <PresentationFormat>Widescreen</PresentationFormat>
  <Paragraphs>21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Ken Lin</cp:lastModifiedBy>
  <cp:revision>2</cp:revision>
  <dcterms:created xsi:type="dcterms:W3CDTF">2013-01-27T09:14:16Z</dcterms:created>
  <dcterms:modified xsi:type="dcterms:W3CDTF">2026-05-04T20:16:21Z</dcterms:modified>
  <cp:category/>
</cp:coreProperties>
</file>