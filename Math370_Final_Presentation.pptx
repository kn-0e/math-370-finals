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246717-329A-C848-9D02-142802954826}" v="1" dt="2026-05-04T18:03:12.4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23"/>
    <p:restoredTop sz="94719"/>
  </p:normalViewPr>
  <p:slideViewPr>
    <p:cSldViewPr snapToGrid="0" snapToObjects="1">
      <p:cViewPr>
        <p:scale>
          <a:sx n="138" d="100"/>
          <a:sy n="138" d="100"/>
        </p:scale>
        <p:origin x="1488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am_sandwich_demo.html" TargetMode="External"/><Relationship Id="rId2" Type="http://schemas.openxmlformats.org/officeDocument/2006/relationships/hyperlink" Target="https://math-370-finals-git-claude-vercel-ham-sa-6f6031-kn-0es-projects.vercel.app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The Borsuk-</a:t>
            </a:r>
            <a:r>
              <a:rPr dirty="0" err="1"/>
              <a:t>Ulam</a:t>
            </a:r>
            <a:r>
              <a:rPr dirty="0"/>
              <a:t> Theorem</a:t>
            </a:r>
            <a:br>
              <a:rPr dirty="0"/>
            </a:b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AA520"/>
                </a:solidFill>
              </a:defRPr>
            </a:pPr>
            <a:r>
              <a:t>Math 370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</a:defRPr>
            </a:pPr>
            <a:r>
              <a:t>Ken 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Research Poster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Borsuk-Ulam on the Complex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</a:defRPr>
            </a:pPr>
            <a:r>
              <a:t>Manim animation showing antipodal points mapping under a complex polynomial</a:t>
            </a:r>
          </a:p>
        </p:txBody>
      </p:sp>
      <p:pic>
        <p:nvPicPr>
          <p:cNvPr id="4" name="BorsukUlamComplexPlane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95247" y="1280160"/>
            <a:ext cx="9601200" cy="5400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60350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</a:defRPr>
            </a:pPr>
            <a:r>
              <a:t>Click to play video in presentation mode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E8782-8908-B2D9-2A4B-CF517459B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AF47B-C242-696E-EF28-E0804196B1FE}"/>
              </a:ext>
            </a:extLst>
          </p:cNvPr>
          <p:cNvSpPr txBox="1"/>
          <p:nvPr/>
        </p:nvSpPr>
        <p:spPr>
          <a:xfrm>
            <a:off x="365760" y="182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Research Poster</a:t>
            </a:r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BEA203F5-304D-01A7-314B-3EEED9000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527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Ham Sandwich Theorem — Interactive 3D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AAAAA"/>
                </a:solidFill>
              </a:defRPr>
            </a:pPr>
            <a:r>
              <a:t>Open the file below in any modern browser for the full interactive experience: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CAFF0"/>
                </a:solidFill>
              </a:defRPr>
            </a:pPr>
            <a:r>
              <a:rPr lang="en-US" dirty="0">
                <a:hlinkClick r:id="rId2"/>
              </a:rPr>
              <a:t>https://math-370-finals-git-claude-vercel-ham-sa-6f6031-kn-0es-projects.vercel.app/</a:t>
            </a:r>
            <a:endParaRPr dirty="0">
              <a:hlinkClick r:id="rId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Drag &amp; Drop Objects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Click and drag any object to reposition it in 3D space. The bisection plane updates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Volume Split Readouts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Color-coded meter bars show exactly how the plane divides each object (negative % / positive 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Find Bisection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Animated search over the sphere of plane directions. Guaranteed to find a simultaneous bisection for ≤ 3 objects (Ham Sandwich Theorem in ℝ³).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Hamburger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A fun preset: top bun, patty, bottom bun — find the single cut that halves all three!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Wireframe Toggle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035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rPr dirty="0"/>
              <a:t>See through the geometry to understand how the clipping plane intersects each shape.</a:t>
            </a:r>
          </a:p>
        </p:txBody>
      </p:sp>
      <p:pic>
        <p:nvPicPr>
          <p:cNvPr id="16" name="Picture 1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DFE2492B-6CE7-C5F7-6068-EBBA5F9D2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336" y="2240280"/>
            <a:ext cx="4246880" cy="4246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B01FE-6DDC-2147-1EC3-0F82E9A8A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49DEB8-B841-13DD-5A39-9C52BA27C202}"/>
              </a:ext>
            </a:extLst>
          </p:cNvPr>
          <p:cNvSpPr txBox="1"/>
          <p:nvPr/>
        </p:nvSpPr>
        <p:spPr>
          <a:xfrm>
            <a:off x="365760" y="182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Research Poster</a:t>
            </a:r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059F7BBA-6C18-C794-0BC4-1E3C1D7F3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65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178</Words>
  <Application>Microsoft Macintosh PowerPoint</Application>
  <PresentationFormat>Widescreen</PresentationFormat>
  <Paragraphs>22</Paragraphs>
  <Slides>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Ken Lin</cp:lastModifiedBy>
  <cp:revision>3</cp:revision>
  <dcterms:created xsi:type="dcterms:W3CDTF">2013-01-27T09:14:16Z</dcterms:created>
  <dcterms:modified xsi:type="dcterms:W3CDTF">2026-05-05T17:10:32Z</dcterms:modified>
  <cp:category/>
</cp:coreProperties>
</file>