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2" r:id="rId5"/>
    <p:sldId id="259" r:id="rId6"/>
    <p:sldId id="263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246717-329A-C848-9D02-142802954826}" v="1" dt="2026-05-04T18:03:12.4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414"/>
    <p:restoredTop sz="94694"/>
  </p:normalViewPr>
  <p:slideViewPr>
    <p:cSldViewPr snapToGrid="0" snapToObjects="1">
      <p:cViewPr varScale="1">
        <p:scale>
          <a:sx n="107" d="100"/>
          <a:sy n="107" d="100"/>
        </p:scale>
        <p:origin x="1480" y="4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am_sandwich_demo.html" TargetMode="External"/><Relationship Id="rId2" Type="http://schemas.openxmlformats.org/officeDocument/2006/relationships/hyperlink" Target="https://math-370-finals-git-claude-vercel-ham-sa-6f6031-kn-0es-projects.vercel.app/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164592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rPr dirty="0"/>
              <a:t>The Borsuk-</a:t>
            </a:r>
            <a:r>
              <a:rPr dirty="0" err="1"/>
              <a:t>Ulam</a:t>
            </a:r>
            <a:r>
              <a:rPr dirty="0"/>
              <a:t> Theorem</a:t>
            </a:r>
            <a:br>
              <a:rPr dirty="0"/>
            </a:b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1371600" y="32918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DAA520"/>
                </a:solidFill>
              </a:defRPr>
            </a:pPr>
            <a:r>
              <a:t>Math 370 Final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2062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AAAA"/>
                </a:solidFill>
              </a:defRPr>
            </a:pPr>
            <a:r>
              <a:t>Ken Lin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828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AA520"/>
                </a:solidFill>
              </a:defRPr>
            </a:pPr>
            <a:r>
              <a:t>Research Poster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777240"/>
            <a:ext cx="768096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828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AA520"/>
                </a:solidFill>
              </a:defRPr>
            </a:pPr>
            <a:r>
              <a:t>Borsuk-Ulam on the Complex Plane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</a:defRPr>
            </a:pPr>
            <a:r>
              <a:t>Manim animation showing antipodal points mapping under a complex polynomial</a:t>
            </a:r>
          </a:p>
        </p:txBody>
      </p:sp>
      <p:pic>
        <p:nvPicPr>
          <p:cNvPr id="4" name="BorsukUlamComplexPlane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295247" y="1280160"/>
            <a:ext cx="9601200" cy="54006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0400" y="603504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AAAAA"/>
                </a:solidFill>
              </a:defRPr>
            </a:pPr>
            <a:r>
              <a:t>Click to play video in presentation mode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AC7BBA-F14E-AA00-0072-66420EE8A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88CCEF8-2B7D-53B9-B66F-6AD4173CD186}"/>
              </a:ext>
            </a:extLst>
          </p:cNvPr>
          <p:cNvSpPr txBox="1"/>
          <p:nvPr/>
        </p:nvSpPr>
        <p:spPr>
          <a:xfrm>
            <a:off x="365760" y="1828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1">
                <a:solidFill>
                  <a:srgbClr val="DAA520"/>
                </a:solidFill>
              </a:defRPr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DAA52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Research Poster</a:t>
            </a:r>
          </a:p>
        </p:txBody>
      </p:sp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C7E33F19-7596-8C53-C1C8-A58CA67DD1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777240"/>
            <a:ext cx="7680960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6850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AA520"/>
                </a:solidFill>
              </a:defRPr>
            </a:pPr>
            <a:r>
              <a:t>Ham Sandwich Theorem — Interactive 3D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AAAAA"/>
                </a:solidFill>
              </a:defRPr>
            </a:pPr>
            <a:r>
              <a:t>Open the file below in any modern browser for the full interactive experience: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CAFF0"/>
                </a:solidFill>
              </a:defRPr>
            </a:pPr>
            <a:r>
              <a:rPr lang="en-US" dirty="0">
                <a:hlinkClick r:id="rId2"/>
              </a:rPr>
              <a:t>https://math-370-finals-git-claude-vercel-ham-sa-6f6031-kn-0es-projects.vercel.app/</a:t>
            </a:r>
            <a:endParaRPr dirty="0">
              <a:hlinkClick r:id="rId3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AA520"/>
                </a:solidFill>
              </a:defRPr>
            </a:pPr>
            <a:r>
              <a:t>Drag &amp; Drop Objects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</a:defRPr>
            </a:pPr>
            <a:r>
              <a:t>Click and drag any object to reposition it in 3D space. The bisection plane updates in real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AA520"/>
                </a:solidFill>
              </a:defRPr>
            </a:pPr>
            <a:r>
              <a:t>Volume Split Readouts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</a:defRPr>
            </a:pPr>
            <a:r>
              <a:t>Color-coded meter bars show exactly how the plane divides each object (negative % / positive 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776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AA520"/>
                </a:solidFill>
              </a:defRPr>
            </a:pPr>
            <a:r>
              <a:t>Find Bisection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9768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</a:defRPr>
            </a:pPr>
            <a:r>
              <a:t>Animated search over the sphere of plane directions. Guaranteed to find a simultaneous bisection for ≤ 3 objects (Ham Sandwich Theorem in ℝ³).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463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AA520"/>
                </a:solidFill>
              </a:defRPr>
            </a:pPr>
            <a:r>
              <a:t>Hamburger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16636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</a:defRPr>
            </a:pPr>
            <a:r>
              <a:t>A fun preset: top bun, patty, bottom bun — find the single cut that halves all three!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715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AA520"/>
                </a:solidFill>
              </a:defRPr>
            </a:pPr>
            <a:r>
              <a:t>Wireframe Toggle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03504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</a:defRPr>
            </a:pPr>
            <a:r>
              <a:rPr dirty="0"/>
              <a:t>See through the geometry to understand how the clipping plane intersects each shape.</a:t>
            </a:r>
          </a:p>
        </p:txBody>
      </p:sp>
      <p:pic>
        <p:nvPicPr>
          <p:cNvPr id="16" name="Picture 15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DFE2492B-6CE7-C5F7-6068-EBBA5F9D23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5336" y="2240280"/>
            <a:ext cx="4246880" cy="4246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62FB1D-B498-E6B8-33C1-68C2EBB25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49D154-2B37-4CA7-ED41-0693F7E12FCB}"/>
              </a:ext>
            </a:extLst>
          </p:cNvPr>
          <p:cNvSpPr txBox="1"/>
          <p:nvPr/>
        </p:nvSpPr>
        <p:spPr>
          <a:xfrm>
            <a:off x="365760" y="1828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1">
                <a:solidFill>
                  <a:srgbClr val="DAA520"/>
                </a:solidFill>
              </a:defRPr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DAA52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Research Poster</a:t>
            </a:r>
          </a:p>
        </p:txBody>
      </p:sp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89D1B286-B045-BE9B-D667-B0925762D3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777240"/>
            <a:ext cx="7680960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09119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178</Words>
  <Application>Microsoft Macintosh PowerPoint</Application>
  <PresentationFormat>Widescreen</PresentationFormat>
  <Paragraphs>22</Paragraphs>
  <Slides>6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Ken Lin</cp:lastModifiedBy>
  <cp:revision>4</cp:revision>
  <dcterms:created xsi:type="dcterms:W3CDTF">2013-01-27T09:14:16Z</dcterms:created>
  <dcterms:modified xsi:type="dcterms:W3CDTF">2026-05-05T17:19:24Z</dcterms:modified>
  <cp:category/>
</cp:coreProperties>
</file>